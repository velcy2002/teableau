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063CE-E914-2A3C-7F17-C953758E29A0}" v="12" dt="2026-03-04T07:18:58.800"/>
    <p1510:client id="{38530004-868A-4ECD-AFA7-C0531F4B64AB}" v="6" dt="2026-03-04T07:14:30.078"/>
    <p1510:client id="{848C7008-A0F4-4899-95AF-01BC1ED7EB12}" v="142" dt="2026-03-04T07:13:36.277"/>
    <p1510:client id="{F43E0BBF-EDD9-4DA5-90EB-D6BEE8F2F04E}" v="3" dt="2026-03-04T07:15:09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1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9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42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85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6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6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1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3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5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69" y="978408"/>
            <a:ext cx="11165308" cy="14988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8800" dirty="0"/>
              <a:t>  Health Care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487" y="2622050"/>
            <a:ext cx="10669017" cy="1976380"/>
          </a:xfrm>
        </p:spPr>
        <p:txBody>
          <a:bodyPr anchor="b">
            <a:normAutofit/>
          </a:bodyPr>
          <a:lstStyle/>
          <a:p>
            <a:r>
              <a:rPr lang="en-US" dirty="0"/>
              <a:t>                                                       </a:t>
            </a:r>
            <a:r>
              <a:rPr lang="en-US" i="0" dirty="0"/>
              <a:t> </a:t>
            </a:r>
            <a:r>
              <a:rPr lang="en-US" sz="2800" i="0" dirty="0"/>
              <a:t>Name: Velcy </a:t>
            </a:r>
            <a:r>
              <a:rPr lang="en-US" sz="2800" i="0" dirty="0" err="1"/>
              <a:t>Jadawala</a:t>
            </a:r>
            <a:endParaRPr lang="en-US" sz="2800" i="0" dirty="0"/>
          </a:p>
          <a:p>
            <a:r>
              <a:rPr lang="en-US" sz="2800" i="0" dirty="0"/>
              <a:t>                                               Subject: Tableau</a:t>
            </a:r>
          </a:p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8E09C3E-A99E-FFEB-49C2-8CFE58F30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" y="-13933"/>
            <a:ext cx="12192000" cy="687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9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BA766-25E9-701A-AE31-360444F7A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73"/>
            <a:ext cx="12192000" cy="687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11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GestaltVTI</vt:lpstr>
      <vt:lpstr>  Health Care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82</cp:revision>
  <dcterms:created xsi:type="dcterms:W3CDTF">2026-03-04T06:56:50Z</dcterms:created>
  <dcterms:modified xsi:type="dcterms:W3CDTF">2026-03-04T07:19:13Z</dcterms:modified>
</cp:coreProperties>
</file>